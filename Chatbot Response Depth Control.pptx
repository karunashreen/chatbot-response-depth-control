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64" r:id="rId5"/>
    <p:sldId id="313" r:id="rId6"/>
    <p:sldId id="314" r:id="rId7"/>
    <p:sldId id="315" r:id="rId8"/>
    <p:sldId id="316" r:id="rId9"/>
    <p:sldId id="317" r:id="rId10"/>
    <p:sldId id="318" r:id="rId11"/>
    <p:sldId id="3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4" d="100"/>
          <a:sy n="74" d="100"/>
        </p:scale>
        <p:origin x="96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79497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1556505"/>
          </a:xfrm>
        </p:spPr>
        <p:txBody>
          <a:bodyPr>
            <a:normAutofit/>
          </a:bodyPr>
          <a:lstStyle/>
          <a:p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Chatbot Response Depth Control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3647768"/>
            <a:ext cx="8652788" cy="1491495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en-US" sz="4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&amp; APPLICATION</a:t>
            </a:r>
          </a:p>
          <a:p>
            <a:pPr>
              <a:spcAft>
                <a:spcPts val="600"/>
              </a:spcAft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600"/>
              </a:spcAft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600"/>
              </a:spcAft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600"/>
              </a:spcAft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600"/>
              </a:spcAft>
            </a:pP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Karuna Shree N</a:t>
            </a:r>
            <a:b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FFFB-1E41-1197-2DA2-22A2EFAC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Chatbot?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CC3A1-65DE-7236-F40A-17F613871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chatbot is a software that interacts with users using text or voice </a:t>
            </a:r>
          </a:p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simulates human-like conversation </a:t>
            </a:r>
          </a:p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in customer support, education, virtual assistants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2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400A-6B1A-0A54-A965-678873B3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in Existing Chatbots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AFB5C3-6709-938C-FC89-1C58A3BA6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612160"/>
            <a:ext cx="836664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response for every 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much or too little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personalization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Poor user experience </a:t>
            </a:r>
          </a:p>
        </p:txBody>
      </p:sp>
    </p:spTree>
    <p:extLst>
      <p:ext uri="{BB962C8B-B14F-4D97-AF65-F5344CB8AC3E}">
        <p14:creationId xmlns:p14="http://schemas.microsoft.com/office/powerpoint/2010/main" val="351376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4E0B-5D9C-F0C0-A213-7F4E1FCA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Solution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3B2153-0605-D93A-2CA6-2C6F5BEAF4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304383"/>
            <a:ext cx="9984657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chatbot with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 depth control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Allows user to choose level of explanation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Provides flexible and personalized responses </a:t>
            </a:r>
          </a:p>
        </p:txBody>
      </p:sp>
    </p:spTree>
    <p:extLst>
      <p:ext uri="{BB962C8B-B14F-4D97-AF65-F5344CB8AC3E}">
        <p14:creationId xmlns:p14="http://schemas.microsoft.com/office/powerpoint/2010/main" val="410876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F5EE7-0012-AE46-EC65-37C0B585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It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CAB467-8BD4-FBAB-27C7-BF019F9B71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612160"/>
            <a:ext cx="864255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1.User enters query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2.Selects depth level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3.System processes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4.Returns response based on depth </a:t>
            </a:r>
          </a:p>
        </p:txBody>
      </p:sp>
    </p:spTree>
    <p:extLst>
      <p:ext uri="{BB962C8B-B14F-4D97-AF65-F5344CB8AC3E}">
        <p14:creationId xmlns:p14="http://schemas.microsoft.com/office/powerpoint/2010/main" val="9427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36B0-E0FC-BA97-D899-F1787FAF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1573E-9BFE-FD7D-52BA-155C8F29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1 → Short Answer 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2 → Medium Explanation 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3 → Detailed Explanation with examples 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👉 Example:</a:t>
            </a:r>
            <a:b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L1: AI = machines thinking 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L3: Full explanation with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88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A01F-4A5F-DBFF-B0C9-58949F17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ECE98-7831-01C5-51FB-55AFBB2A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Demonstrated depth-controlled chatbot </a:t>
            </a:r>
          </a:p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Improves user experience </a:t>
            </a:r>
          </a:p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be enhanced with advanced AI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22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2CF5-1040-6691-93F2-38ACA4BF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591058"/>
          </a:xfrm>
        </p:spPr>
        <p:txBody>
          <a:bodyPr>
            <a:normAutofit/>
          </a:bodyPr>
          <a:lstStyle/>
          <a:p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Thank You</a:t>
            </a:r>
            <a:endParaRPr lang="en-IN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4593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{80DE1E19-81DE-40BC-9EE7-A0B13E37A2B7}tf11531919_win32</Template>
  <TotalTime>37</TotalTime>
  <Words>159</Words>
  <Application>Microsoft Office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Avenir Next LT Pro Light</vt:lpstr>
      <vt:lpstr>Calibri</vt:lpstr>
      <vt:lpstr>Garamond</vt:lpstr>
      <vt:lpstr>SavonVTI</vt:lpstr>
      <vt:lpstr>Chatbot Response Depth Control</vt:lpstr>
      <vt:lpstr>What is Chatbot?</vt:lpstr>
      <vt:lpstr>Problem in Existing Chatbots</vt:lpstr>
      <vt:lpstr>Our Solution</vt:lpstr>
      <vt:lpstr>How It Works</vt:lpstr>
      <vt:lpstr>Response Levels</vt:lpstr>
      <vt:lpstr>Conclusion</vt:lpstr>
      <vt:lpstr>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HITHAI SHREE N</dc:creator>
  <cp:lastModifiedBy>HITHAI SHREE N</cp:lastModifiedBy>
  <cp:revision>2</cp:revision>
  <dcterms:created xsi:type="dcterms:W3CDTF">2026-04-09T12:25:23Z</dcterms:created>
  <dcterms:modified xsi:type="dcterms:W3CDTF">2026-07-19T04:50:28Z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